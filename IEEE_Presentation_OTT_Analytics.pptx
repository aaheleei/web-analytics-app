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  <a:latin typeface="Arial"/>
              </a:defRPr>
            </a:pPr>
            <a:r>
              <a:t>IEEE ACADEMIC PRESENTATION</a:t>
            </a:r>
          </a:p>
          <a:p>
            <a:pPr>
              <a:spcBef>
                <a:spcPts val="1000"/>
              </a:spcBef>
              <a:defRPr sz="3200" b="1">
                <a:solidFill>
                  <a:srgbClr val="FFFFFF"/>
                </a:solidFill>
                <a:latin typeface="Arial"/>
              </a:defRPr>
            </a:pPr>
            <a:r>
              <a:t>Real-Time Web &amp; Social Media Analytics Dashboard</a:t>
            </a:r>
          </a:p>
          <a:p>
            <a:pPr>
              <a:spcBef>
                <a:spcPts val="1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OTT Movie &amp; Show Launch Intelligence System</a:t>
            </a:r>
          </a:p>
          <a:p>
            <a:pPr>
              <a:spcBef>
                <a:spcPts val="30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Author /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IEEE ACADEMIC PRESENTATION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1. Abstract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Executive Abstract (~200 Words)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The rapid growth of Over-The-Top (OTT) media platforms has highlighted the critical need for real-time audience intelligence during movie and series launches. Traditional market research methods rely on post-release surveys and lagged analytics, failing to capture instant public sentiment and early viral momentum.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This paper presents an automated, end-to-end Real-Time Web and Social Media Analytics Dashboard for OTT launch intelligence. The proposed system integrates multi-feed web scraping via Google News RSS feeds to extract press coverage and publisher diversity.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To overcome lexical word bias in sentiment evaluation, a title-agnostic natural language processing (NLP) preprocessing module strips show titles before deploying the NLTK Valence Aware Dictionary and sEntiment Reasoner (VADER) model.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Real audience engagement is quantified by querying 30-day daily user traffic via the official Wikimedia REST API. Persistent campaign logging is managed using an embedded SQLite database to enable longitudinal cross-campaign benchmarking.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Experimental evaluation demonstrates that combining title-stripped VADER sentiment with Wikipedia pageview trends provides a reliable, non-intrusive indicator of audience hype and media traction.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IEEE ACADEMIC PRESENTATION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2. 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Context &amp; Industry Motivation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OTT Platforms (Netflix, Prime, Disney+) launch hundreds of original titles monthly.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Early audience reception and media buzz are vital for marketing budget optimization.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Post-launch surveys introduce high latency; digital press &amp; online traffic serve as real-time proxies.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Proposed Solution &amp; Vision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A lightweight, real-time Python &amp; Streamlit analytics portal.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Automates Google News RSS press scraping without IP blocking.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Applies Title-Agnostic Preprocessing to remove sentiment bias.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Integrates 30-day daily Wikimedia REST API pageview analytics.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Stores historical launches in an embedded SQLite database for benchmarking.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IEEE ACADEMIC PRESENTATION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3. Literature Survey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Key Academic Studies &amp; Foundations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Hutto &amp; Gilbert (2014) — Introduced VADER, establishing that rule-based lexicon models outperform standard ML classifiers on short social and news texts.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Mestyan et al. (2013) — Demonstrated that Wikipedia pageview activity strongly correlates with movie box office success and early audience interest.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Pak &amp; Paroubek (2010) — Analyzed RSS news feeds and microblogs, identifying key preprocessing challenges in digital media sentiment mining.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Bollen et al. (2011) — Validated that public mood aggregated from online media streams serves as an accurate predictor of consumer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IEEE ACADEMIC PRESENTATION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4. Problem Statement &amp; Research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Problem Statement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Current media analytics tools rely heavily on proprietary black-box algorithms.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Many tools use artificial traffic multipliers or fake revenue assumptions.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Lagged surveys fail to capture real-time launch week viral spikes.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Identified Research Gap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Title-Collision Lexical Bias: Show titles containing inherently negative words (e.g., 'Dark', 'Evil') artificially skew standard VADER sentiment scores.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Lack of Unified Real Data Systems: Open-source solutions rarely combine live press RSS scraping with verified Wikipedia traffic REST APIs.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Need for Zero-Multiplier Transparency: High demand for transparent, verifiable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IEEE ACADEMIC PRESENTATION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5. 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Obj 1: Live Web Scraping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Automate multi-feed Google News RSS scraping to extract headlines, timestamps, and publisher outlets.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4225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Obj 2: Title-Agnostic NLP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Implement a custom preprocessor to strip target show title words before VADER scoring.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Obj 3: Web Traffic API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Query official Wikimedia REST API for 30-day daily reader traffic trends.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24225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Obj 4: SQLite &amp; Visualization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Build a thread-safe SQLite database and interactive Plotly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IEEE ACADEMIC PRESENTATION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6. System Architecture &amp;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End-to-End Data Pipeline Overview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1. Data Ingestion Layer: User enters show title ➔ Scraper fetches Google News RSS &amp; Wikimedia REST API.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2. NLP Preprocessing Layer: Title-Agnostic Cleaning strips title words to eliminate lexical bias.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3. Sentiment Analysis Layer: NLTK VADER calculates Compound Score (-1.0 to +1.0) &amp; Positive Hype %.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4. Web Analytics Layer: Fetches 30-day daily Wikipedia reader pageviews.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5. Persistence &amp; UI Layer: SQLite ('ott_analytics.db') logs launch metrics; Streamlit &amp; Plotly render interactive charts.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IEEE ACADEMIC PRESENTATION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7. Methodology &amp; Technical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Scraping &amp; NLP Modules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Scraper Module (app/services/scraper.py): Uses feedparser to parse targeted Google News RSS feeds.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Title-Stripping Preprocessor: re.compile(re.escape(title), re.IGNORECASE) strips title words.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VADER Sentiment Engine (app/services/nlp.py): Evaluates compound score (S &gt; 0.05 ➔ Positive Hype).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Traffic &amp; Persistence Modules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Wikimedia REST API: Fetches daily user views via /metrics/pageviews/per-article/...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SQLite Persistence (app/database/db.py): Thread-safe connection (check_same_thread=False).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INSERT OR REPLACE INTO query handles seamless metric updates.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IEEE ACADEMIC PRESENTATION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8. Web Traffic &amp; Database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Wikimedia Pageviews API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API Endpoint: https://wikimedia.org/api/rest_v1/metrics/pageviews/...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Captures 30-day daily human reader traffic.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Reflects real organic search interest and viral launch spikes without synthetic math.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SQLite Schema ('launches' Table)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show_title TEXT PRIMARY KEY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article_volume INTEGER — Total news stories scraped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publisher_count INTEGER — Unique news outlets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cleaned_net_sentiment REAL — Mean compound score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wiki_pageviews_30d INTEGER — 30-day traffic sum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timestamp TEXT — Date &amp; time logged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IEEE ACADEMIC PRESENTATION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9. Results &amp;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Experimental Findings &amp; Performance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Title-Collision Mitigation: Test runs on titles like 'Dark' proved that title-stripping eliminated false-negative classification bias.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Real Web Traffic Correlation: Wikimedia pageview trends accurately matched trailer release dates and launch week viral peaks.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Publisher Coverage Insights: Successfully extracted and deduplicated press reach across major outlets (Variety, IGN, Deadline).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Interactive Dashboards: Plotly Donut, Line, and Bar charts provided intuitive, real-time campaign insights.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IEEE ACADEMIC PRESENTATION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10. Conclusion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Successfully developed a 100% transparent, real-time media intelligence system.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Eliminated synthetic traffic multipliers in favor of real APIs.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Combines Title-Stripped VADER NLP, Wikimedia REST traffic, and SQLite persistence.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Future Scope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YouTube API Integration: Scrape video trailer comments directly.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Multilingual NLP: Implement Transformer-based models (RoBERTa, mBERT).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Predictive Analytics: Build machine learning models to forecast opening weekend viewership.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IEEE ACADEMIC PRESENTATION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11. References (IEEE Format)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Key Citations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[1] C. J. Hutto and E. Gilbert, 'VADER: A parsimonious rule-based model for sentiment analysis of social media text,' in Proc. 8th Int. Conf. Weblogs Social Media (ICWSM), 2014, pp. 216–225.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[2] A. Pak and P. Paroubek, 'Twitter as a corpus for sentiment analysis and opinion mining,' in Proc. Int. Conf. Lang. Resour. Eval. (LREC), 2010, pp. 1320–1326.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[3] Y. Mestyan, T. Yasseri, and J. Kertesz, 'Early prediction of movie box office success based on Wikipedia activity,' PLoS ONE, vol. 8, no. 8, p. e71226, 2013.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 [4] J. Bollen, H. Mao, and X. Zeng, 'Twitter mood predicts the stock market,' J. Comput. Sci., vol. 2, no. 1, pp. 1–8, 2011.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